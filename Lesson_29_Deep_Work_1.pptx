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Work 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flaw identified in Lesson 28.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777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Session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25603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 1-on-1 troubleshooting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7406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core functionality. Address technical blockers.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 &amp; Logging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your progress. What did you fix? What's next?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Focused, uninterrupted work on core tasks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Functionality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features that make system work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preventing progress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Troubleshooting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of finding and fixing problems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building. Focus on stability over new features.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2026-03-20T08:21:50Z</dcterms:created>
  <dcterms:modified xsi:type="dcterms:W3CDTF">2026-03-20T08:21:50Z</dcterms:modified>
</cp:coreProperties>
</file>