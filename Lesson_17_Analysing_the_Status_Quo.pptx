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Analysing the Status Quo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AI Policies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NOW: Prediction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universities have AI usage policies?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they ban student ChatGPT use,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it with guardrails, or something else?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PART 1: Find Real Policies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Perplexity to find actual university AI policies: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MIT, Cambridge, Stanford, UCL all have public policies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"MIT AI policy students" or "Cambridge ChatGPT guidelines"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or screenshot key sections 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AI use in assignments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Disclosure requirements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Assessment integrity checks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Consequences for misuse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PART 2: Canva Comparison 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visual comparison in Canva: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Policy Area | Uni A | Uni B | Uni C | Strengths | Weaknesses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Student AI use | Disclosure rules | Integrity checks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 | Support offered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Completing Your 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each cell with findings.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 Strengths/Weaknesses columns: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policy is fairest?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is most realistic?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gaps do you see?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Gallery Walk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peer Canva tables.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policy is fairest? Most realistic?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add if you ran a university?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you have a policy that enables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 while protecting integrity?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 are they fundamentally in tension?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Your Thinking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Canva table to your Digital Portfolio.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shows you can analyse real-world policy.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2026-03-20T08:20:21Z</dcterms:created>
  <dcterms:modified xsi:type="dcterms:W3CDTF">2026-03-20T08:20:21Z</dcterms:modified>
</cp:coreProperties>
</file>