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828800"/>
            <a:ext cx="1371600" cy="2743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26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Flows &amp; Edge Cases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__________________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99248" y="45720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2606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7406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user journey of your prototype in three steps.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77724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Socratic Discussion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7498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your system handle edge cases or unexpected inputs?"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 the News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772400" cy="274320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7406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systems break on unexpected input.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Activities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 Testing &amp; Model Training: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Train a classification model in Google Teachable Machine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Rigorously test &amp; break your prompt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7772400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Document all edge cases discovered.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Plenary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83880" y="2743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183880" y="274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7040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weakest point in your system's logic.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Case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or unusual input scenario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of decisions in a system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Mode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system breaks or fails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840480" cy="914400"/>
          </a:xfrm>
          <a:prstGeom prst="rect">
            <a:avLst/>
          </a:prstGeom>
          <a:solidFill>
            <a:srgbClr val="F5F7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651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2971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inputs to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365760"/>
            <a:ext cx="7955280" cy="731520"/>
          </a:xfrm>
          <a:prstGeom prst="rect">
            <a:avLst/>
          </a:prstGeom>
          <a:solidFill>
            <a:srgbClr val="1A3C5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edge case testing. Log 10+ test scenarios and outcomes.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2026-03-20T08:21:50Z</dcterms:created>
  <dcterms:modified xsi:type="dcterms:W3CDTF">2026-03-20T08:21:50Z</dcterms:modified>
</cp:coreProperties>
</file>