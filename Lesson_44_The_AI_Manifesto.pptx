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44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Manifesto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 (5 minutes)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absolute red line regarding AI usage: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will never use AI to..." OR "I will always use AI to..."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 Be specific.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11-Week Reflection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shifted in how you see technology?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moment where you felt proud of your learning.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moment where you questioned ethics.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you take away?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Manifesto?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declaration of your principles.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commitment to how you will act.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red lines and values.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 for your future self.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Manifesto Structure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Core belief: What do you believe about technology?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Three principles: Transparency? Responsibility? Inclusivity?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Red lines: What will you NOT do?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Commitments: How will you stay accountable?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Manifesto Format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Prose: Written as a personal essay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points: List of principles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Artistic: Poem, visual, multimedia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what feels authentic to you.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Guiding Questions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you use AI ethically?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you ensure your work benefits others?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responsibility to people affected by your tech?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you stay learning, curious, and critical?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Manifesto Drafting (20 min)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in your Digital Portfolio.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right format. No word limit. Write what matters to you.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commitment to yourself about how you will interact with AI.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Plenary: Manifestos Aloud (5 min)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your Manifesto (or one key principle) aloud.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listen. One minute of silence at the end.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continues after this course.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have completed 11 weeks of rigorous, thoughtful work.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responsibility as builders of technology is now clear.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 forward with integrity.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2026-03-20T08:21:53Z</dcterms:created>
  <dcterms:modified xsi:type="dcterms:W3CDTF">2026-03-20T08:21:53Z</dcterms:modified>
</cp:coreProperties>
</file>