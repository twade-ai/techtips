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41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Automated Graduate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Skills &amp; Human Value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NOW: Real Career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Perplexity: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careers have grown fastest in the last 5 years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AI advancement?"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evidence, not speculation.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AI destroy JOBS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 merely TASKS?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PART 1: Job Market Research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Perplexity to research current job market: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skills are employers posting for NOW?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(LinkedIn, job boards)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roles mention "AI" most frequently?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industries are growing?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are contracting or automating?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5–10 specific job listings.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recurring skill themes.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PART 2: Canva Skills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2D matrix in Canva: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Automation Risk (Low to High)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Employer Demand (Low to High)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specific skills and roles: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Top-left: SAFE BETS (data science, ethics consulting, creative)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Top-right: TRANSITION (coding, digital marketing)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Bottom-left: NICHE (craft trades)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Bottom-right: VULNERABLE (routine clerical, basic analysis)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Annotate Your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notes explaining: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you placed each skill where it 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evidence supports your placement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quadrant terrifies you? Excites you?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Gallery Walk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peer skill matrices.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agree with their placements?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skills did everyone put in "safe bets"?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any surprises?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Audit: Two Skill Types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Leadership, creativity, resilience,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intelligence, ethical judgment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SKILLS: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expertise, AI literacy,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problem-solving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Human Value-Add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write basic marketing copy.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human value-add?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scaffold boilerplate code.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architecture? The ethics? The bugs?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Your Edge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ONE human skill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will prioritise developing.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Are Not Obsolete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is a tool. You are irreplaceable.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2026-03-20T08:20:21Z</dcterms:created>
  <dcterms:modified xsi:type="dcterms:W3CDTF">2026-03-20T08:20:21Z</dcterms:modified>
</cp:coreProperties>
</file>