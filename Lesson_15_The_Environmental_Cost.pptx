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Environmental Cost of 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Now: Training a Large AI Model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777240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Estimate water and power needed to train one large language model: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GPT-3: ~1,300 MWh electricity + 700,000 gallons water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AI a Climate Solution or Disaster?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can address climate change...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Optimise energy grids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 extreme weather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 better batteries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 AI itself is energy-intensive...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centres use massive power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 models is costly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606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Often powered by fossil fuels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Activity: Data Centre Footprints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Perplexity to research major data centres. Calculate carbon footprint equivalents.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7772400" cy="18288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488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data centres: ~15 TWh/year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AWS: ~30 TWh/year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Microsoft: ~18 TWh/year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Equivalent to: X cars on road / X homes' annual power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 Three Operational Changes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must companies do to reduce AI's environmental impact?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56032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Source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renewable power for data centres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2011680"/>
            <a:ext cx="256032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Efficiency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606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models, pruning, quantization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2011680"/>
            <a:ext cx="256032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98932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Limits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89320" y="2606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for queries to reflect true cost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Carbon Footprint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greenhouse gases emitted by an organisation, measured in CO₂ equivalents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Centre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housing servers that process and store large amounts of 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Intensity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of energy required per unit of computation or output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246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of feeding data into AI systems to optimise parameters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Plenary: Energy Cost Warnings?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Should AI queries come with an energy cost warning?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Like calorie counts on food?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Would it change user behaviour?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Who pays for the environmental cost?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training consumes vast amounts of energy and water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centres are critical infrastructure but also major polluters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Both problem and solution: AI can help climate, but must be sustainable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Transparency about environmental costs is crucial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2026-03-20T08:21:38Z</dcterms:created>
  <dcterms:modified xsi:type="dcterms:W3CDTF">2026-03-20T08:21:38Z</dcterms:modified>
</cp:coreProperties>
</file>