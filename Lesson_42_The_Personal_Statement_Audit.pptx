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-457200" y="1828800"/>
            <a:ext cx="1371600" cy="2743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LESSON 42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Personal Statement Audit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__________________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699248" y="457200"/>
            <a:ext cx="1371600" cy="13716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Shape 5"/>
          <p:cNvSpPr/>
          <p:nvPr/>
        </p:nvSpPr>
        <p:spPr>
          <a:xfrm>
            <a:off x="8183880" y="2606040"/>
            <a:ext cx="914400" cy="914400"/>
          </a:xfrm>
          <a:prstGeom prst="ellipse">
            <a:avLst/>
          </a:prstGeom>
          <a:solidFill>
            <a:srgbClr val="0D9488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 (4 minutes)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Ask Gemini or ChatGPT: "Write a 200-word UCAS personal statement about my competency in technology and AI."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the output. Read it.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Makes a Statement Authentic?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Specificity: Names an actual project, real outcome, concrete example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Authenticity: Personal voice; doesn't sound like a template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Shows learning, not just claims competency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Reflection: Demonstrates self-awareness or growth, including struggle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AI-Generated vs. Authentic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generic: "I have a passion for technology..."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Authentic: "I spent a week debugging a race condition I didn't know how to fix..."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generic: "I am committed to ethical AI."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Authentic: "I made a feature that excluded deaf users—I had to rebuild it."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Universities Care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see thousands of applications.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statements blur together.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Authenticity stands out. They want to know YOU.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Universities are flooded with AI-generated output. Human voice is currency.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Rewrite Challenge (20 minutes)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statement: 5 minutes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 in pairs: 3 minutes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by hand, inject authenticity: 12 minutes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Inject Human Voice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a specific moment, not a general claim.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a failure or struggle, not just success.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what you learned, not what you claim to know.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as you would explain to a friend, then polish.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Plenary: Read Your Sentence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 your single most authentic sentence aloud.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listen. No critique. Just human voices.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Remember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Universities want to meet you, not your AI.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2026-03-20T08:21:53Z</dcterms:created>
  <dcterms:modified xsi:type="dcterms:W3CDTF">2026-03-20T08:21:53Z</dcterms:modified>
</cp:coreProperties>
</file>