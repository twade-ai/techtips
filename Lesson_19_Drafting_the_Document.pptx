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C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00000">
            <a:off x="-457200" y="1828800"/>
            <a:ext cx="1371600" cy="2743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LESSON 19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Drafting the Document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457200" y="28803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__________________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699248" y="457200"/>
            <a:ext cx="1371600" cy="13716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7" name="Shape 5"/>
          <p:cNvSpPr/>
          <p:nvPr/>
        </p:nvSpPr>
        <p:spPr>
          <a:xfrm>
            <a:off x="8183880" y="2606040"/>
            <a:ext cx="914400" cy="914400"/>
          </a:xfrm>
          <a:prstGeom prst="ellipse">
            <a:avLst/>
          </a:prstGeom>
          <a:solidFill>
            <a:srgbClr val="0D9488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 Now: Consolidate into Outline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Take notes from previous lessons and structure them into sections: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192024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Principles &amp; Context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33172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Definitions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274320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Acceptable Use by Domain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315468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Unacceptable Use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356616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Consequences &amp; Support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to Make a Policy People Actually Read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3931920" cy="18288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5087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KEEP IT: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9202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Short &amp; clear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3317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Example-rich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27432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Accessible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371600"/>
            <a:ext cx="3931920" cy="18288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15087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AVOID: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37760" y="19202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Jargon overload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37760" y="23317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Ambiguity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37760" y="27432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Generic templates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 Time: NotebookLM &amp; Gemini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 NotebookLM: Organise notes by policy section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737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and tag notes: Which section does each note belong to?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2860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 Gemini: Draft clear text from organised notes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2651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Gemini: "Consolidate these notes into a 200-word policy section on acceptable research use. Use clear examples."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3832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 Revise: Is it clear? Balanced? Practical?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Policy Structure Template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7772400" cy="45720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44475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Principles &amp; Context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474720" y="1444752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have this policy (fairness, integrity)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965960"/>
            <a:ext cx="7772400" cy="45720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03911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Definitions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74720" y="2039112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AI, ChatGPT, disclosure, etc.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560320"/>
            <a:ext cx="7772400" cy="45720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63347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Acceptable Use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74720" y="2633472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examples in four domains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154680"/>
            <a:ext cx="7772400" cy="45720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22783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Consequences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474720" y="3227832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Graduated responses to violations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749040"/>
            <a:ext cx="7772400" cy="45720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8221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Resources &amp; Support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474720" y="3822192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for students using AI responsibly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3840480" cy="914400"/>
          </a:xfrm>
          <a:prstGeom prst="rect">
            <a:avLst/>
          </a:prstGeom>
          <a:solidFill>
            <a:srgbClr val="F5F7FA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4630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Policy Synthesis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17830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multiple ideas and evidence into a coherent statement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46320" y="1371600"/>
            <a:ext cx="3840480" cy="914400"/>
          </a:xfrm>
          <a:prstGeom prst="rect">
            <a:avLst/>
          </a:prstGeom>
          <a:solidFill>
            <a:srgbClr val="F5F7FA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83480" y="14630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Accessibility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83480" y="17830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of being easy to understand and use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834640"/>
            <a:ext cx="3840480" cy="914400"/>
          </a:xfrm>
          <a:prstGeom prst="rect">
            <a:avLst/>
          </a:prstGeom>
          <a:solidFill>
            <a:srgbClr val="F5F7FA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9260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Consequences Framework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4360" y="32461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Clear, graduated responses to policy violations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46320" y="2834640"/>
            <a:ext cx="3840480" cy="914400"/>
          </a:xfrm>
          <a:prstGeom prst="rect">
            <a:avLst/>
          </a:prstGeom>
          <a:solidFill>
            <a:srgbClr val="F5F7FA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83480" y="29260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Stakeholder Engagement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83480" y="32461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of involving all affected parties in decisions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Plenary: Peer Review a Section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Swap sections with another group. Review for: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182880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Clarity: Is every sentence understandable?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24028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Fairness: Are examples balanced?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65176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Enforceability: Can this be checked and enforced?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306324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Completeness: Are there gaps or missing cases?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146304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Structure matters: Clear sections make policies readable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87452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Examples are essential: Abstract rules fail; concrete cases succeed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28600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 AI as a drafting tool: NotebookLM + Gemini can speed up synthesis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269748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Peer review catches clarity and fairness issues early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2026-03-20T08:21:38Z</dcterms:created>
  <dcterms:modified xsi:type="dcterms:W3CDTF">2026-03-20T08:21:38Z</dcterms:modified>
</cp:coreProperties>
</file>