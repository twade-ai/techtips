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 Peer Review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60-second pitch of your current prototype.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Framework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deliver clinical, actionable feedback?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 Testing Sessions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up. Test each other's prototypes: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772400" cy="201168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the happy path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Attempt edge cases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bugs &amp; failures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 UX friction points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Suggest one improvement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one major flaw exposed by your partner.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colleagues at same level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that can be acted upon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error in system behavior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Experience; how intuitive a tool 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top 3 bugs reported. Prepare refined version for Lesson 29.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