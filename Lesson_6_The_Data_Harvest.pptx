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Harvest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Phone to AI Training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data flow from users to AI datasets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metadata and profiling value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surveillance capitalism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Visualise complete data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Live Experiment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Instagram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story or scroll 2 min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app activity/time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INPUT.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data go?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Meta do?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Your Data Flows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10972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App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Servers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Metadata?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about data"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post: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= the photo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 = GPS, timestamp, camera, upload time, likes, comments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reveals WHO, WHERE, WHAT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Incredibly valuable to Meta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A: Perplexity Research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groups, research: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Instagram photo end up in Meta AI training data?"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Upload → servers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Metadata extraction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Pooled with billions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Trains computer vision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B: Canva Data 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FLOWCHART: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Smartphone 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Instagram App 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Meta Servers 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Metadata Extraction 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Training Dataset 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Annotate: What Data?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data at each 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Smartphone: Camera, location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Upload: Pixels, caption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Servers: Encrypted copy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Metadata: GPS, timestamp, engagement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Training: Images +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Model: Recognition capability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Surveillance Capitalism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harvests YOUR data: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Billions of photos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 history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Watch time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Who you follow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Engagement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to advertisers.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200 words: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data wish you could delete from Meta?"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2026-03-20T08:17:33Z</dcterms:created>
  <dcterms:modified xsi:type="dcterms:W3CDTF">2026-03-20T08:17:33Z</dcterms:modified>
</cp:coreProperties>
</file>