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Trolley Problem Goes Digital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 dilemma: 1 pedestrian or 5 passengers? Choose &amp; justify.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machines make life-or-death decisions?"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MIT Moral Machine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ethical dilemmas in self-driving cars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 class responses. Identify patterns in decision-making.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208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UNESCO AI Ethics Principles: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4688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408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 harm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108960"/>
            <a:ext cx="24688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3408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Proportionality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08960"/>
            <a:ext cx="24688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3408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Non-discrimination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Which Principle?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UNESCO principle is hardest to program?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thought experiment about choosing harm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Moral Machine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tool exploring ethical choices in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 Harm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that AI should prevent injury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Non-discrimination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not unfairly disadvantage groups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Can ethics be coded? Or will judgment always need humans?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2026-03-20T08:21:30Z</dcterms:created>
  <dcterms:modified xsi:type="dcterms:W3CDTF">2026-03-20T08:21:30Z</dcterms:modified>
</cp:coreProperties>
</file>