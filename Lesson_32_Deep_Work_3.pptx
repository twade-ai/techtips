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Work 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single, non-negotiable goal for this lesson.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Session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5603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Finalizing Core Functionality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all major features. Lock critical logic. Prepare for stress testing next lesson.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hit your goal? Justify your answer.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final preparations before release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algorithms and decision-making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details for quality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system under extreme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all core features. Be ready for stress testing tomorrow.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