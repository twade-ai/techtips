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Planning &amp; 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core tools you need to build your prototype.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you manage scope creep?"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trends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industry teams design AI systems.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Workshop: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GPT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Teachable Machine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NotebookLM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Draft architecture map. Set strict milestones.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project brief for teacher approval.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design structure of a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checkpoint in project timeline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Creep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expansion of project goals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working model to test ideas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brief. Include architecture diagram, tool choices, and four key milestones.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2026-03-20T08:21:46Z</dcterms:created>
  <dcterms:modified xsi:type="dcterms:W3CDTF">2026-03-20T08:21:46Z</dcterms:modified>
</cp:coreProperties>
</file>