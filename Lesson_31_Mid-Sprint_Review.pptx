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Mid-Sprint Review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project still solve the original problem statement?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Pivot or Push Through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do you pivot? When do you push through?"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&amp; Adjust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Audit: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20116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progress vs project brief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Adjust scope if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Design UI/UX in Canva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Plan presentation structure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adjusted project scope.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Pivot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strategy when approach isn't working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against criteria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and User Experience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boundaries of a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UI/UX designs in Canva. Finalize adjusted scope document.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