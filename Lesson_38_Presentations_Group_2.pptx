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Presentations (Group 2)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 (5 minutes)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 nerves. Review your notes.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performs today. You are ready.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 Criteria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&amp; Communication: Do you explain your problem and solution clearly?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Execution: Does your code/design work? Can you explain your choices?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Reasoning: Have you considered impact on users? What risks did you mitigate?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your work: Can you respond thoughtfully to challenging questions?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Order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 | Time Slot | Duration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[Group 2 names here]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 Feedback Form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&amp; Communication (1–5)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 (1–5)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Reasoning (1–5)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Strength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Area for Growth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 Q&amp;A Prompts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"Why this algorithm? What were the trade-offs?"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Ethical: "How does your system protect user data? What risks remain?"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"Who benefits? Who might be harmed or excluded?"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"If I changed one requirement, how would you adapt?"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Learning: "What was the hardest problem you solved?"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Tips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clearly and slowly.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slides to support you.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moment to think before responding.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questions fully.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expert on your work.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0:00–0:05: Settle &amp; 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0:05–0:37: Presentations (5–7 min each) + Q&amp;A (2–3 min)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0:37–0:40: Transition to Viva Voce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 Done!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lesson: Viva Voce defence.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2026-03-20T08:21:53Z</dcterms:created>
  <dcterms:modified xsi:type="dcterms:W3CDTF">2026-03-20T08:21:53Z</dcterms:modified>
</cp:coreProperties>
</file>