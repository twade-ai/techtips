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Creativity &amp; Copyright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Canva to generate an image. Use Suno AI to generate a 30-second jingle.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7772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output "art", or just a statistical collage of stolen human labour?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Activity: Copyright Crash Course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RIAA &amp; GEMA lawsuits against Suno 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6576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RIAA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56816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record labels vs. Suno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36576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1856232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56816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music rights vs. AI training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564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DEBATE: Learning vs. Stealing?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Your Definition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personal definition of "creativity" in the AI era.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Copyright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right to control creative works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 Use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use of copyrighted material without permission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Media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generated by AI from training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Crediting the original source or creator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Preparation &amp; 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Find one AI copyright lawsuit or policy. Summarize position.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2026-03-20T08:21:35Z</dcterms:created>
  <dcterms:modified xsi:type="dcterms:W3CDTF">2026-03-20T08:21:35Z</dcterms:modified>
</cp:coreProperties>
</file>