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The_Pitch_Deck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opening hook for your presentation.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Compelling Presentations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makes a technical presentation compelling to a non-technical audience?"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Pitch Deck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presentation in Canva: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20116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Problem (what's broken?)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AI Solution (how does it help?)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Architecture (how does it work?)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Ethical Guardrails (how is it responsible?)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your hook to the room.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statement that captures attention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system is structured internally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told through a presentation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affected by or interested in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full pitch deck in Canva. Practice delivery 3 times.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