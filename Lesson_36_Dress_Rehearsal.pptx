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Dress_Rehearsal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up, project voice, test slides.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Preparation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"Managing questions and defending technical decisions."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Dress Rehearsal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Run-through with peer feedback: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772400" cy="201168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5-7 minute presentation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Field questions from audience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Peer feedback on clarity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Feedback on pacing &amp; argument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Final adjustments logged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presentation. You're ready.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Dress Rehearsal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practice before real performance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rhythm of a presentation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easy it is to understand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Viva Voce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examination and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&amp; Viva Prep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all materials. You're ready for your Viva Voce assessment.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