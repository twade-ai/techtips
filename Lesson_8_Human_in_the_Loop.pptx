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in the Loop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Responsible for AI Harms?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real high-stakes AI cases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accountability gaps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Classify AI risk (EU AI Act)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Debate human oversight importance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Loan Scenario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approves/denies your loan.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NO.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appeal?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see WHY?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Real Cases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research cases with unclear accountability: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Automated Benefits Denial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Facial Recognition False Arrest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AI Radiology Miss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Perplexity Research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groups, research your case: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Find: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used &amp; decision made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Who harmed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Who held responsible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Should they be?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Case Table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Google Doc table: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Case Name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AI's Role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Who Harmed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Who Responsible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Should They Be? (reasoning)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EU AI Act Risk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 AI Act Risk Levels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Unacceptable: Violates human rights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Affects fundamental rights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(hiring, benefits, criminal justice)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Limited: Needs transparency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Minimal: Low impact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Key Lessons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made life-affecting decisions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Unclear who to blame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Need TRANSPARENCY, OVERSIGHT, ACCOUNTABILITY LAWS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builders, how will YOU ensure AI doesn't harm people?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recent AI accountability headline (last 6 mo).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&amp; discuss: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Story?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harmed?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Held responsible?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2026-03-20T08:17:33Z</dcterms:created>
  <dcterms:modified xsi:type="dcterms:W3CDTF">2026-03-20T08:17:33Z</dcterms:modified>
</cp:coreProperties>
</file>