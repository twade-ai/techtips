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Acceptable Use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When is AI Cheating?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rule: When is AI use in academic work cheating?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Is it ever okay to use AI to draft an essay?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vs. Substitute for Thought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the line?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(Acceptable)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 your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up process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Disclosed 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SUBSTITUTE (Not OK)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 your thinking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Hide your 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Misrepresent effort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Acceptable Use by Domain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groups, four domains. Define: acceptable | requires disclosure | forbidden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19659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(searching, summarising)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19659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1488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(ideation, structure)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011680"/>
            <a:ext cx="19659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488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(learning, debugging)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196596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1488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(ideation, execution)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Your Rules with Case Studies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1: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uses ChatGPT to brainstorm essay ideas, then writes the essay themselves. Acceptable?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2: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copies an entire essay from GPT and submits it as their own. Cheating?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3: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uses Copilot to debug their code. They disclose the use. Acceptable?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technology to enhance work without substituting for core learning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Dishonesty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Misrepresenting others' work as your own or violating integrity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statement of tools used in creating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Intellectual Labour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Creative/analytical effort that forms the core of academic work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Defend Your Hardest Boundary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group's toughest boundary: Where and why did you draw the line?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principle justifies it?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it enforceable?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others understand and follow it?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tool vs. substitute distinction is fundamental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contexts require different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boundaries are more enforceable than fuzzy ones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Disclosure can turn questionable use into acceptable use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2026-03-20T08:21:38Z</dcterms:created>
  <dcterms:modified xsi:type="dcterms:W3CDTF">2026-03-20T08:21:38Z</dcterms:modified>
</cp:coreProperties>
</file>