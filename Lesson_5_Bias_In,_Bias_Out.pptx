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In, Bias Out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Gemini to generate an image of a "CEO" and a "nurse". Note the differences.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does AI bias originate?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9164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465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103120"/>
            <a:ext cx="169164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7465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Designers?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Case Studies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algorithmic bias in real systems: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Hiring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56816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2018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Flawed training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Discriminatory outcomes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36576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COMPAS Risk Assessment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856232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56816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2016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Flawed training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Discriminatory outcomes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Bias Check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10312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one-sentence "bias check" question for future AI outputs.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Algorithmic Bias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errors favoring certain groups over others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Prejudices in the data used to train models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Proxy Discrimination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supposedly neutral data as hidden discrimination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amplifies, creating worse outcomes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news story about AI bias. Be ready to share next lesson.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2026-03-20T08:21:30Z</dcterms:created>
  <dcterms:modified xsi:type="dcterms:W3CDTF">2026-03-20T08:21:30Z</dcterms:modified>
</cp:coreProperties>
</file>