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Footprint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in Your Life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algorithm, training data, machine learning, LLM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Recognise AI in your daily life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Categorise AI interactions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Begin building critical AI awareness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Live Poll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apps do you use?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82880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 Poll opens on your device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apps: TikTok • Snapchat • ChatGPT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• Spotify • Instagram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• YouTube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display as pie chart in real-time!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A: Canva Audit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 your AI interactions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592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visual grid: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10 AI interactions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 as: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Helpful ⚪ Neutral 🔴 Harmful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TikTok = Helpful (entertaining) but designed for addiction (harmful)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B: Gemini Definitions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key terms collaboratively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 groups, use Gemini: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Prompt: "Define Algorithm in simple terms"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Gemini output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Critique &amp; refine prompt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 final definition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for: Machine Learning, LLM, Training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Gallery Walk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peer Canva audits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audit surprised you?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categorisations?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You use AI daily. Understanding it is your superpower.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AI news headline.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to next lesson.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discuss: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affected?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Positive or negative?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2026-03-20T08:17:33Z</dcterms:created>
  <dcterms:modified xsi:type="dcterms:W3CDTF">2026-03-20T08:17:33Z</dcterms:modified>
</cp:coreProperties>
</file>