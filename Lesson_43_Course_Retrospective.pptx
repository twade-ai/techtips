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43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Retrospective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 (3 minutes)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 your definition of ChatGPT from Lesson 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it. How has your understanding shifted?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Reflection: 11 Weeks of Learning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Lesson 2, what did you think ChatGPT was?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after building with it, what is it really?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you? What confirmed your fears or hopes?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your relationship with technology changed?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Audit: Lesson 5 Revisited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the Week 5 School AI Policy with fresh eyes.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rules were TOO STRICT? (Prevented learning?)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were TOO LENIENT? (Enabled poor practice?)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rules should exist?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policy guide building WITH AI?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Policy Themes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use: When and how can AI assist your work?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Disclosure: When must you cite AI contributions?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guardrails: What must you NOT use AI to do?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development: How do we maintain human competency?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Work: Annotate &amp; Rewrite (20 min)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small groups, mark up the policy.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out rules that no longer fit.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rules based on your 11-week experience.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sections (e.g., "Transparency in AI-Assisted Work").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Present Changes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group: One key change to the policy.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synthesises into a final version for submission to the Head.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Policy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are the experts on what this policy should be.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2026-03-20T08:21:53Z</dcterms:created>
  <dcterms:modified xsi:type="dcterms:W3CDTF">2026-03-20T08:21:53Z</dcterms:modified>
</cp:coreProperties>
</file>