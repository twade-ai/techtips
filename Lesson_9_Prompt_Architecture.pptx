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Architecture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Gemini to "explain quantum physics." Note the generic result.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7772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space: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498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basic question yield a useless answer?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the News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Trends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7406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research on structured prompting for better AI outputs.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PTFC Framework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 your Do Now prompt using PTFC: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3716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3852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20240" y="19202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Who are you talking to?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3716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71576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26974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What exactly do you want?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3716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9300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20240" y="34747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How should it be presented?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13716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7024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20240" y="42519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What background is needed?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278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outputs. Paste best iteration into Prompt Vault.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Reflection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most effective context you applied to your prompt today.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instruction or question given to an AI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or identity the AI should adopt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Window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text an AI can consider at once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Learning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examples to guide AI behavior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 &amp; 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Test the same prompt with/without PTFC framework.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2026-03-20T08:21:35Z</dcterms:created>
  <dcterms:modified xsi:type="dcterms:W3CDTF">2026-03-20T08:21:35Z</dcterms:modified>
</cp:coreProperties>
</file>