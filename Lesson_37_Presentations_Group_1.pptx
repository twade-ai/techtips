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37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Presentations (Group 1)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 (5 minutes)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Settle nerves. Review your notes.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performs today. Teacher checks AV setup. You are ready.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You Are Being Assessed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&amp; Communication: Do you explain your problem and solution clearly?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Execution: Does your code/design work? Can you explain your choices?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Reasoning: Have you considered impact on users? What risks did you mitigate?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Defending your work: Can you respond thoughtfully to challenging questions?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Running Order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Presenter | Time Slot | Duration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[Group 1 names here]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Form (For Peers)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&amp; Communication (1–5): How easy was it to understand?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 (1–5): Does the solution work?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Reasoning (1–5): Were ethics considered?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Strength: What did this presenter do well?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Area for Growth: What could improve?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Q&amp;A Question Bank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"Why this algorithm? What were the trade-offs?"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Ethical: "How does your system protect user data? What risks remain?"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"Who benefits? Who might be harmed or excluded?"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Defence: "If I changed one requirement, how would you adapt?"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Learning: "What was the hardest problem you solved?"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Speaker Tips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clearly and slowly. Make eye contact.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slides to support you, not replace you.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okay to take a moment to think before answering.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questions fully before responding.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expert on your own project.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Timeline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0:00–0:05: Settle &amp; review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0:05–0:37: Presentations (5–7 min each) + Q&amp;A (2–3 min)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0:37–0:40: Debrief &amp; collect feedback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You've Got This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project represents 3 weeks of thought, code, and care.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your preparation. Answer what you know. Be honest about what you don't.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2026-03-20T08:21:53Z</dcterms:created>
  <dcterms:modified xsi:type="dcterms:W3CDTF">2026-03-20T08:21:53Z</dcterms:modified>
</cp:coreProperties>
</file>