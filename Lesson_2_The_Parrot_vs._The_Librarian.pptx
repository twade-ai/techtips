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Parrot vs. The Librarian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ChatGPT in exactly 15 words.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77724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6576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AI thinking,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mathematically guessing the next word?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Activity: Prompting Challenge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Head-to-head comparison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34747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8424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Obscure query: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920240"/>
            <a:ext cx="34747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Perplexity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856232"/>
            <a:ext cx="34747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8424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Obscure query: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sources?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Plenary: Self-Assessment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your understanding of text generation (1-5)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11887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377440" y="1783080"/>
            <a:ext cx="11887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0" y="1783080"/>
            <a:ext cx="11887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303520" y="1783080"/>
            <a:ext cx="11887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766560" y="1783080"/>
            <a:ext cx="1188720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Hallucination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generates false or misleading information confidently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to a source backing up a claim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Stochastic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Involving randomness or probability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unit of text (word or part of word)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Preparation &amp; 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both tools. Note differences in responses.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2026-03-20T08:21:30Z</dcterms:created>
  <dcterms:modified xsi:type="dcterms:W3CDTF">2026-03-20T08:21:30Z</dcterms:modified>
</cp:coreProperties>
</file>