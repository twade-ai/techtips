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AI Regulation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Name AI Regulators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two entities trying to regulate AI and describe their approach: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(risk-based regulation)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UK (light-touch, pro-innovation)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 (sector-specific approach)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Legislation Keep Pace with Tech?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Regulation Lag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moves exponentially; law moves incrementally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 the time regulation passes, technology has evolved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controls the narrative: tech companies or policymakers?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Principles-based (adaptable) vs. rules-based (rigid)?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Jigsaw: Three Regulatory Approaches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groups research assigned framework: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772400" cy="5486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019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9019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Risk-based: High-risk apps heavily regulated, others lighter touch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7772400" cy="5486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877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Approach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5877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Principles-based: Self-regulation with oversight by sector regulators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7772400" cy="5486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735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Approach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2735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Decentralised: Existing laws apply to AI; few dedicated regulations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Comparison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Enforcement | Innovation Balance |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slow innovation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(all sectors)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innovation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oversight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deployment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(existing law)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regulation classifying AI systems by risk with stricter rules for high-risk apps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Risk-Based Regulation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approach imposing stricter rules on higher-risk applications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Algorithmic Accountability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for organisations to explain and justify AI decisions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of adhering to regulations and laws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Most Important Regulatory Priority?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could regulate ONE aspect of AI right now, what would it be?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Transparency in algorithms?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Bias and discrimination?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and data protection?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 accountability?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approaches vary: EU (strict), UK (flexible), USA (minimal)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needed between innovation and safety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Enforcement mechanisms differ significantly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coordination is increasingly important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2026-03-20T08:21:38Z</dcterms:created>
  <dcterms:modified xsi:type="dcterms:W3CDTF">2026-03-20T08:21:38Z</dcterms:modified>
</cp:coreProperties>
</file>