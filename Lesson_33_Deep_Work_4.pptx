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Work 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your system for external testing.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Technical Polish: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20116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prompt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Freeze datasets &amp;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user documentation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 demo credentials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freeze declared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freeze declared. No new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Freeze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code changes allowed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refinements before release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for using a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under extreme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documentation. Ready your system for external testing tomorrow.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