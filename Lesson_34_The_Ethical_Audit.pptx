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34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The_Ethical_Audit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Week 5 school policy.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7772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Scrutiny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your project hold up under regulatory scrutiny?"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Board Defense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acts as a regulatory board: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7772400" cy="18288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7406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pupil defends their prototype: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privacy safeguards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Bias mitigation strategies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Transparency mechanisms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consent procedures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 &amp; Logging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704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mandatory ethical fixes before Week 10.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 official rules and oversight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control personal information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Prejudice embedded in system design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required standards or rules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77240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all mandatory ethical fixes. Document changes.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2026-03-20T08:21:50Z</dcterms:created>
  <dcterms:modified xsi:type="dcterms:W3CDTF">2026-03-20T08:21:50Z</dcterms:modified>
</cp:coreProperties>
</file>