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39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 Voce &amp; Reflective Writing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(3 minutes)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Anticipate the three hardest questions I will ask.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them down. Jot down your answers.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Viva Voce?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one-on-one oral examination (10–12 minutes)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 rigorous questions about your project and choices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defend your technical and ethical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wrong answers; clarity and honesty matter most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Viva Question Categories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"Why this algorithm? What trade-offs did you make?"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"How does your system protect privacy? What risks remain?"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Impact: "Who benefits? Who might be harmed?"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"What was hardest? What would you change?"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Learning: "How has this project shaped your thinking about AI?"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Ace Your Viva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honest. If you don't know, say so.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reasoning, not just your code.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breath before answering.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clarification if unsure of the question.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I already know your project works. I want to know YOU understand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While Waiting for Your Viva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the reflective essay: "Responsibility in the Digital Age"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Opening: Describe a moment where you questioned your choices.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who was affected by your project.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What do you owe to your users or stakeholders?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Essay Prompt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your project and learning, how have you come to understand the responsibility of building technology? How will your understanding of AI, ethics, and human impact influence your future decisions?"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1000 words by end of Lesson 40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Timeline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0:00–0:03: Do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0:03–0:23: Viva Voce (10–12 min per pupil, staggered)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0:03–0:40: Essay writing (for those not in viva)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You've Got This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know your project deeply. Trust yourself.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2026-03-20T08:21:53Z</dcterms:created>
  <dcterms:modified xsi:type="dcterms:W3CDTF">2026-03-20T08:21:53Z</dcterms:modified>
</cp:coreProperties>
</file>