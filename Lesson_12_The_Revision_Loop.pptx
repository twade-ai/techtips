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Revision Loop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300-word essay plan using a standard prompt.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7772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first output ever the final product?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The Iteration Game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initial output through 3 deliberate revision prompts: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73152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tone more academic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73152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counter-arguments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73152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11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by 30% without losing facts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changes. Document human interventions.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Final Output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final output. Explain human interventions you made.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a process to improve outcomes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 Prompt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instruction to refine AI output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guiding and refining AI results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verifying the accuracy of output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 &amp; 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Reflect: How many iterations does a professional AI workflow require?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2026-03-20T08:21:35Z</dcterms:created>
  <dcterms:modified xsi:type="dcterms:W3CDTF">2026-03-20T08:21:35Z</dcterms:modified>
</cp:coreProperties>
</file>