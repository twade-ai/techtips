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Applying Prompt 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prompt that forces an AI to act as a harsh Socratic tutor.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system prompting different from standard user querying?"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jailbreaks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examples &amp; how robust prompts defend.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PTFC Framework Workshop: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- Persona (who is the AI?)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- Task (what does it do?)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- Format (how does it respond?)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- Context (what constraints?)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77724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Apply to your project prompt. Make it ironclad.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most restrictive context boundary you set.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that define AI behavior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or role the AI assumes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on what the system can 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Jailbreak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bypass AI safeguards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your PTFC prompt. Test it 5 times. Log results and edge cases in portfolio.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