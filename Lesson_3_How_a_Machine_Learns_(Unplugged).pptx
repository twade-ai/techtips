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Machine Learns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Unplugged: From Sorting to Teachable Machine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supervised ML through classification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Recognise how machines identify features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what overfitting 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real classifier with Google Teachable Machine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1: Physical Sorting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algorithm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Printed cat/dog images distributed face-down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You decide: CAT or DOG corner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Stand in your choice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did you decide?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 everyone agree?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this teaching?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Features: Clues Machines Use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probably noticed: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Ear shape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Tail appearance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Nose type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Eye shape/spacing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look at pixel patterns you can't see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Beware: Overfitting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machine learned only from YOUR logic: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Memorise YOUR preferences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Fail on new images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Biased to what YOU think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AI learns GENERAL patterns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AI works on NEW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AI is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2: Teachable Machine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classifier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teachablemachine.withgoogle.com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3 classes: Cat, Dog, Other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Collect ~10 images per class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 model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 on 5 new images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How did machine differ from your sorting?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Canva Diagram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diagram linking: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sorting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concepts (training, features, classification, overfitting, ground truth)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each step.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share!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150 words: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might a cat/dog classifier fail on a lion photo?"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 features, domain shift, edge cases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6309360"/>
            <a:ext cx="64008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6309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2026-03-20T08:17:33Z</dcterms:created>
  <dcterms:modified xsi:type="dcterms:W3CDTF">2026-03-20T08:17:33Z</dcterms:modified>
</cp:coreProperties>
</file>