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0 (The Foundation)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architecture plan. Execute step one today.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Standup Brief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blockers and goals in 60 seconds each.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Build Session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5603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Assembling core components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your environment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data pipelines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base prompt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Initialize datasets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 &amp; Logging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progress. Set tomorrow's target in Portfolio.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 period for development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 of a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for moving data through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preventing progress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foundation setup. Be ready to demo step one tomorrow.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