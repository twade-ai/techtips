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Deepfakes and Disinformation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AI, Detection &amp; Trust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Have You Seen One?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if you've seen a deepfake or AI-generated image online.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come from?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believe it at first?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PART 1: Detection Signatures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Perplexity: "What are the technical signatures of deepfakes?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detection tools currently exist?"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findings into an evidence-based checklist.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in expert consensus, not guesswork.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PART 2: Generate &amp;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Gemini to generate a fake image: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politician in an unlikely scenario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celebrity in a fictional setting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your checklist: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spot artifacts? Glitches? Weird hands?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convincing is it?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tells: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Hands: Misshapen, wrong number of fingers?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Eyes: Asymmetrical pupils, unnatural glint?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Teeth: Distorted alignment?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Skin: Blurry boundaries, odd texture?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Context: Do surroundings make physical sense?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Gallery Walk &amp; Discussion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peer checklists and generated images.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checks were most reliable?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 fool their peers?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deepfakes go viral before fact-checkers respond?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anyone can generate convincing fakes,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about trust in media?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burden 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Creators (to watermark)?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Platforms (to label)?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Individuals (to develop literacy)?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Your Stance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you verify images before sharing?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your red line for what you'd believe?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2026-03-20T08:20:21Z</dcterms:created>
  <dcterms:modified xsi:type="dcterms:W3CDTF">2026-03-20T08:20:21Z</dcterms:modified>
</cp:coreProperties>
</file>