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Work 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feature you need to cut to meet the deadline.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Shipping Philosophy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"Ship a working product over a perfect one."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Session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development focus: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18288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Refine data input mechanisms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input validation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 error messaging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Polish core flows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 &amp; Logging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progress. Confirm you've removed scope creep.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Product; core features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Creep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feature expansion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user input meets requirements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Releasing a product for use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input refinement. Test with 20+ sample inputs.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