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Surveillance and Facial Recognition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Bias &amp; Trust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NOW: Real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Perplexity: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CCTV cameras are in the UK?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use AI-powered facial recognition?"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real data, not guesses.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ACTIVITY: Two Teams, Two Perspectives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A: Research DOCUMENTED HARMS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B: Research DOCUMENTED SAFETY OUTCOMES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Both: Find evidence, take screenshots, cite sources.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A: Documented Harms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Racial bias in predictive policing (Palantir)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arrests from misidentified faces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(Robert Williams, Michael Oliver)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loops: Arrests in over-policed areas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training data, perpetuating bias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due process or human review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B: Safety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Crimes prevented or solved via facial recognition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(bank robbery, missing persons)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identification → faster response → lives saved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detective work and human error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demand: Polls show support in high-crime areas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Debate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present evidence with citations.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Does safety benefit justify the bias risk?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harms are documented, can we "just fix the bias"?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bears the risk? Who benefits?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not opinions vs. opinions.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is evidence-based trade-offs.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safety AND bias are real.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Neither can be ignored.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Poll &amp; Reflection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UK expand, restrict, or regulate facial recognition?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Vote. Did the evidence change your mind?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2026-03-20T08:20:21Z</dcterms:created>
  <dcterms:modified xsi:type="dcterms:W3CDTF">2026-03-20T08:20:21Z</dcterms:modified>
</cp:coreProperties>
</file>