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Ratification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Read the Draft Policy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the complete draft policy. Flag: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One clause you strongly agree with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✗ One clause you'd challenge or change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It Hold Up to Ethics?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UNESCO AI and Education Framework: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772400" cy="4114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9280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892808"/>
            <a:ext cx="5852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policy treat everyone equally?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9572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395728"/>
            <a:ext cx="5852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clear why each rule exists?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7772400" cy="4114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9864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898648"/>
            <a:ext cx="5852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enforces it and how?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7772400" cy="4114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401568"/>
            <a:ext cx="5852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promote good decision-making?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Debate: Contentious Clauses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there are disputed clauses, discuss both sides: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Evidence-based arguments (cite lessons learned)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 hearing for both sides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Vote if consensus can't be reached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Amendments recorded if approved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 to Ratify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685800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288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we ratify this AI Acceptable Use Policy as written or with amendments?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/ ABSTAIN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approval and adoption of a document or agreement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principles guiding ethical decision-making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Consensus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reached among all parties affected by a decision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Review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examination and update of a policy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the Policy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Commitment: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read and understood this AI Acceptable Use Policy, and I commit to following it in my academic 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Signed: ___________________  Date: 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policy governs your upcoming capstone projects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will be reviewed annually—your feedback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You've demonstrated responsible AI citizenship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these principles: disclose, reflect, innovate responsibly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2026-03-20T08:21:38Z</dcterms:created>
  <dcterms:modified xsi:type="dcterms:W3CDTF">2026-03-20T08:21:38Z</dcterms:modified>
</cp:coreProperties>
</file>