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40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Viva Voce &amp; Reflective Writing (continued)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 (2 minutes)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Already examined? Continue writing.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your viva? Prepare final thoughts.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Continuing Your Viva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and questions as Lesson 39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explain your choices and defend your decisions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carefully to questions; ask for clarification if needed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about limitations and what you'd improve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 Essay: Final Push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1000-word essay this lesson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describing your project to reflecting on responsibility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 with personal commitment: How will you carry this forward?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Essay Conclusion Prompt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will you carry this sense of responsibility forward? What is one principle you will uphold when building or using AI?"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the heartbeat of the essay—your commitment.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Essay Quality Checklist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examples from your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ethical thinking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voice (not generic)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conclusion about your responsibility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1000 words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Timeline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0:00–0:02: Do 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0:02–0:26: Final vivas (staggered)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0:02–0:40: Essay completion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10 Complete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have been assessed. You have reflected deeply.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11: The future awaits.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2026-03-20T08:21:53Z</dcterms:created>
  <dcterms:modified xsi:type="dcterms:W3CDTF">2026-03-20T08:21:53Z</dcterms:modified>
</cp:coreProperties>
</file>