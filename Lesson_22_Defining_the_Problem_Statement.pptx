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Defining the Problem Statement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one-sentence problem statement for your chosen idea.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Portfolio.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7772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Socratic Discussion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7498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 tech projects fail before a single line of code is written?"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 the News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7432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case study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7406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AI project &amp; lessons learned.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Scoping Workshop: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Should AI be used here?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data is needed?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Is it feasible?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Apply UNESCO criteria in your working doc.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refined problem statement to the room.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UNESCO Criteria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framework for AI in education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achieve within constraints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boundaries of a project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what a project will achieve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UNESCO scoping form for your project. Answer all three criteria questions in detail.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2026-03-20T08:21:46Z</dcterms:created>
  <dcterms:modified xsi:type="dcterms:W3CDTF">2026-03-20T08:21:46Z</dcterms:modified>
</cp:coreProperties>
</file>