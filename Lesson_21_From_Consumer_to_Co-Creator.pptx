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Consumer to Co-Creator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frustrations you experience in your daily studying.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772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separates using AI from creating an AI system?"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Pupil-led segment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recent AI innovation story.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Introduce the capstone project &amp; Viva Voce criteria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Brainstorming: Identify educational frictions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That AI could solve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77724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groups. Sticky notes on board.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top two project ideas with the room.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demonstrating mastery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Co-Creator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systems, not just using them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of difficulty in a process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 Voce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presentation and examination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your three frustrations into one idea. Write a paragraph on why this problem matters.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2026-03-20T08:21:46Z</dcterms:created>
  <dcterms:modified xsi:type="dcterms:W3CDTF">2026-03-20T08:21:46Z</dcterms:modified>
</cp:coreProperties>
</file>