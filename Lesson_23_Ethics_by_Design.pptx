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by Design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biggest ethical risk in your project idea.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you build ethics into the architecture, rather than bolting it on at the end?"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breach case study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AI system failed ethically.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Audit Workshop: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will you handle user data?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will you mitigate bias?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is excluded from your solution?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Use the school policy from Week 5 as your audit checklist.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one design change based on the ethics audit.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Prejudice embedded in training data or design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right and wrong 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control personal information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against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ethics audit template. Document data flows and mitigation strategies.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2026-03-20T08:21:46Z</dcterms:created>
  <dcterms:modified xsi:type="dcterms:W3CDTF">2026-03-20T08:21:46Z</dcterms:modified>
</cp:coreProperties>
</file>