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Black Box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We See Inside the Algorithm?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algorithmic opacity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real case studies and harms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Visualise input → hidden → output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Discuss why transparency matters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Now: The Mystery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TikTok/Instagram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30 seconds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this video?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see reasoning?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a mystery?"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Black Box?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Your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👇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BOX: Unknown process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👇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Recommendations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See inputs/outputs. Logic hidden.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Perplexity Research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TikTok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research: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"What data does TikTok collect?"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"What harms from algorithm?"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all sources!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Canva Task: Input-Box-Output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diagram: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Data collected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CENTER: Dark "?" box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Outputs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Annotate: Harms, unknowns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sources!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Should We Force Transparency?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governments force TikTok to explain algorithms?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walk: View diagrams.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findings.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were TikTok CEO, what would you tell users about your algorithm?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200-300 words. Be honest!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2026-03-20T08:17:33Z</dcterms:created>
  <dcterms:modified xsi:type="dcterms:W3CDTF">2026-03-20T08:17:33Z</dcterms:modified>
</cp:coreProperties>
</file>