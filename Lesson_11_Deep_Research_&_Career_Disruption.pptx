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Research &amp; Career Disruption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university degree you intend to pursue.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7772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prevent AI from flattening nuanced arguments into a single summary?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NotebookLM Research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3 economic reports on job displacement: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77724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Goldman Sachs AI &amp; Employment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77724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World Economic Forum Future of Jobs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77724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McKinsey AI Job Displacement Study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how your intended sector is being disrupted.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Hard Truth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one hard truth you just learned about your future career path.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Displacement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losing employment due to automation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Upskilling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workers for higher-level roles alongside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sources into coherent argument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Evidence-Based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supported by research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 &amp; 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emerging job role created by AI. Document what skills it requires.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2026-03-20T08:21:35Z</dcterms:created>
  <dcterms:modified xsi:type="dcterms:W3CDTF">2026-03-20T08:21:35Z</dcterms:modified>
</cp:coreProperties>
</file>